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c8d12242a54644" /><Relationship Type="http://schemas.openxmlformats.org/officeDocument/2006/relationships/extended-properties" Target="/docProps/app.xml" Id="R4411956d4a444824" /><Relationship Type="http://schemas.openxmlformats.org/officeDocument/2006/relationships/officeDocument" Target="/ppt/presentation.xml" Id="R6c0738d179e343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a33b4d3b6b40e6"/>
  </p:sldMasterIdLst>
  <p:notesMasterIdLst>
    <p:notesMasterId xmlns:r="http://schemas.openxmlformats.org/officeDocument/2006/relationships" r:id="Rb9d6b63d5f164a4a"/>
  </p:notesMasterIdLst>
  <p:sldIdLst>
    <p:sldId xmlns:r="http://schemas.openxmlformats.org/officeDocument/2006/relationships" id="256" r:id="R163e2cda715948cb"/>
    <p:sldId xmlns:r="http://schemas.openxmlformats.org/officeDocument/2006/relationships" id="257" r:id="R95d518e39cca4113"/>
    <p:sldId xmlns:r="http://schemas.openxmlformats.org/officeDocument/2006/relationships" id="258" r:id="R1947dbbd2c764fb1"/>
    <p:sldId xmlns:r="http://schemas.openxmlformats.org/officeDocument/2006/relationships" id="259" r:id="Rf007263a590f4e4f"/>
    <p:sldId xmlns:r="http://schemas.openxmlformats.org/officeDocument/2006/relationships" id="260" r:id="R9062a4a91a4b4d27"/>
    <p:sldId xmlns:r="http://schemas.openxmlformats.org/officeDocument/2006/relationships" id="261" r:id="R2ef7be5c2e9f41be"/>
    <p:sldId xmlns:r="http://schemas.openxmlformats.org/officeDocument/2006/relationships" id="262" r:id="Rc4ff8d26b42742f6"/>
    <p:sldId xmlns:r="http://schemas.openxmlformats.org/officeDocument/2006/relationships" id="263" r:id="R6b4c055d3fcd4839"/>
    <p:sldId xmlns:r="http://schemas.openxmlformats.org/officeDocument/2006/relationships" id="264" r:id="R3ec8746a30584ee1"/>
    <p:sldId xmlns:r="http://schemas.openxmlformats.org/officeDocument/2006/relationships" id="265" r:id="R14de7cecf27b4350"/>
    <p:sldId xmlns:r="http://schemas.openxmlformats.org/officeDocument/2006/relationships" id="266" r:id="Rfd9f5709de464f90"/>
    <p:sldId xmlns:r="http://schemas.openxmlformats.org/officeDocument/2006/relationships" id="267" r:id="R9e6279bbf29d4e87"/>
    <p:sldId xmlns:r="http://schemas.openxmlformats.org/officeDocument/2006/relationships" id="268" r:id="Rb47d6bf56d2e436c"/>
    <p:sldId xmlns:r="http://schemas.openxmlformats.org/officeDocument/2006/relationships" id="269" r:id="Rdf9fbec4afd34af0"/>
    <p:sldId xmlns:r="http://schemas.openxmlformats.org/officeDocument/2006/relationships" id="270" r:id="Rc30e168954a04772"/>
    <p:sldId xmlns:r="http://schemas.openxmlformats.org/officeDocument/2006/relationships" id="271" r:id="R32139150d7da459e"/>
    <p:sldId xmlns:r="http://schemas.openxmlformats.org/officeDocument/2006/relationships" id="272" r:id="Rea52fd1f3e904f6c"/>
    <p:sldId xmlns:r="http://schemas.openxmlformats.org/officeDocument/2006/relationships" id="273" r:id="R99d0c56f74fc4689"/>
    <p:sldId xmlns:r="http://schemas.openxmlformats.org/officeDocument/2006/relationships" id="274" r:id="R2cf029de8c374907"/>
    <p:sldId xmlns:r="http://schemas.openxmlformats.org/officeDocument/2006/relationships" id="275" r:id="R707a1511fa2546c9"/>
    <p:sldId xmlns:r="http://schemas.openxmlformats.org/officeDocument/2006/relationships" id="276" r:id="R852f07313fe34467"/>
    <p:sldId xmlns:r="http://schemas.openxmlformats.org/officeDocument/2006/relationships" id="277" r:id="R8f32e305373f4145"/>
    <p:sldId xmlns:r="http://schemas.openxmlformats.org/officeDocument/2006/relationships" id="278" r:id="Ra9ce367f880447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0a0408535c47de" /><Relationship Type="http://schemas.openxmlformats.org/officeDocument/2006/relationships/slideMaster" Target="/ppt/slideMasters/slideMaster1.xml" Id="R7ea33b4d3b6b40e6" /><Relationship Type="http://schemas.openxmlformats.org/officeDocument/2006/relationships/notesMaster" Target="/ppt/notesMasters/notesMaster1.xml" Id="Rb9d6b63d5f164a4a" /><Relationship Type="http://schemas.openxmlformats.org/officeDocument/2006/relationships/presProps" Target="/ppt/presProps.xml" Id="R200a793f5a7a4f15" /><Relationship Type="http://schemas.openxmlformats.org/officeDocument/2006/relationships/tableStyles" Target="/ppt/tableStyles.xml" Id="R1a8fefe38f7b4287" /><Relationship Type="http://schemas.openxmlformats.org/officeDocument/2006/relationships/slide" Target="/ppt/slides/slide1.xml" Id="R163e2cda715948cb" /><Relationship Type="http://schemas.openxmlformats.org/officeDocument/2006/relationships/slide" Target="/ppt/slides/slide2.xml" Id="R95d518e39cca4113" /><Relationship Type="http://schemas.openxmlformats.org/officeDocument/2006/relationships/slide" Target="/ppt/slides/slide3.xml" Id="R1947dbbd2c764fb1" /><Relationship Type="http://schemas.openxmlformats.org/officeDocument/2006/relationships/slide" Target="/ppt/slides/slide4.xml" Id="Rf007263a590f4e4f" /><Relationship Type="http://schemas.openxmlformats.org/officeDocument/2006/relationships/slide" Target="/ppt/slides/slide5.xml" Id="R9062a4a91a4b4d27" /><Relationship Type="http://schemas.openxmlformats.org/officeDocument/2006/relationships/slide" Target="/ppt/slides/slide6.xml" Id="R2ef7be5c2e9f41be" /><Relationship Type="http://schemas.openxmlformats.org/officeDocument/2006/relationships/slide" Target="/ppt/slides/slide7.xml" Id="Rc4ff8d26b42742f6" /><Relationship Type="http://schemas.openxmlformats.org/officeDocument/2006/relationships/slide" Target="/ppt/slides/slide8.xml" Id="R6b4c055d3fcd4839" /><Relationship Type="http://schemas.openxmlformats.org/officeDocument/2006/relationships/slide" Target="/ppt/slides/slide9.xml" Id="R3ec8746a30584ee1" /><Relationship Type="http://schemas.openxmlformats.org/officeDocument/2006/relationships/slide" Target="/ppt/slides/slide10.xml" Id="R14de7cecf27b4350" /><Relationship Type="http://schemas.openxmlformats.org/officeDocument/2006/relationships/slide" Target="/ppt/slides/slide11.xml" Id="Rfd9f5709de464f90" /><Relationship Type="http://schemas.openxmlformats.org/officeDocument/2006/relationships/slide" Target="/ppt/slides/slide12.xml" Id="R9e6279bbf29d4e87" /><Relationship Type="http://schemas.openxmlformats.org/officeDocument/2006/relationships/slide" Target="/ppt/slides/slide13.xml" Id="Rb47d6bf56d2e436c" /><Relationship Type="http://schemas.openxmlformats.org/officeDocument/2006/relationships/slide" Target="/ppt/slides/slide14.xml" Id="Rdf9fbec4afd34af0" /><Relationship Type="http://schemas.openxmlformats.org/officeDocument/2006/relationships/slide" Target="/ppt/slides/slide15.xml" Id="Rc30e168954a04772" /><Relationship Type="http://schemas.openxmlformats.org/officeDocument/2006/relationships/slide" Target="/ppt/slides/slide16.xml" Id="R32139150d7da459e" /><Relationship Type="http://schemas.openxmlformats.org/officeDocument/2006/relationships/slide" Target="/ppt/slides/slide17.xml" Id="Rea52fd1f3e904f6c" /><Relationship Type="http://schemas.openxmlformats.org/officeDocument/2006/relationships/slide" Target="/ppt/slides/slide18.xml" Id="R99d0c56f74fc4689" /><Relationship Type="http://schemas.openxmlformats.org/officeDocument/2006/relationships/slide" Target="/ppt/slides/slide19.xml" Id="R2cf029de8c374907" /><Relationship Type="http://schemas.openxmlformats.org/officeDocument/2006/relationships/slide" Target="/ppt/slides/slide20.xml" Id="R707a1511fa2546c9" /><Relationship Type="http://schemas.openxmlformats.org/officeDocument/2006/relationships/slide" Target="/ppt/slides/slide21.xml" Id="R852f07313fe34467" /><Relationship Type="http://schemas.openxmlformats.org/officeDocument/2006/relationships/slide" Target="/ppt/slides/slide22.xml" Id="R8f32e305373f4145" /><Relationship Type="http://schemas.openxmlformats.org/officeDocument/2006/relationships/slide" Target="/ppt/slides/slide23.xml" Id="Ra9ce367f880447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4e59f155ee4e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b5a1ffca734487" /><Relationship Type="http://schemas.openxmlformats.org/officeDocument/2006/relationships/notesMaster" Target="/ppt/notesMasters/notesMaster1.xml" Id="Rf34437d3d28e47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1aebf32f404382" /><Relationship Type="http://schemas.openxmlformats.org/officeDocument/2006/relationships/notesMaster" Target="/ppt/notesMasters/notesMaster1.xml" Id="R9aa9d3bfde084f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c04fbbf02f4580" /><Relationship Type="http://schemas.openxmlformats.org/officeDocument/2006/relationships/notesMaster" Target="/ppt/notesMasters/notesMaster1.xml" Id="R159eeceb660b46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980865679146b6" /><Relationship Type="http://schemas.openxmlformats.org/officeDocument/2006/relationships/notesMaster" Target="/ppt/notesMasters/notesMaster1.xml" Id="R68d70754f45243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d79b57f5b5466a" /><Relationship Type="http://schemas.openxmlformats.org/officeDocument/2006/relationships/notesMaster" Target="/ppt/notesMasters/notesMaster1.xml" Id="R4906e453f3354c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c14c1da5db4424" /><Relationship Type="http://schemas.openxmlformats.org/officeDocument/2006/relationships/notesMaster" Target="/ppt/notesMasters/notesMaster1.xml" Id="R1d9d8ba82e754d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2d3d376eb0468f" /><Relationship Type="http://schemas.openxmlformats.org/officeDocument/2006/relationships/notesMaster" Target="/ppt/notesMasters/notesMaster1.xml" Id="R86967d4d471346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d9db88ddf34033" /><Relationship Type="http://schemas.openxmlformats.org/officeDocument/2006/relationships/notesMaster" Target="/ppt/notesMasters/notesMaster1.xml" Id="Rb792dba44d6340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5b2b716649463d" /><Relationship Type="http://schemas.openxmlformats.org/officeDocument/2006/relationships/notesMaster" Target="/ppt/notesMasters/notesMaster1.xml" Id="R619833bc7ada45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35b4820b8f4a9a" /><Relationship Type="http://schemas.openxmlformats.org/officeDocument/2006/relationships/notesMaster" Target="/ppt/notesMasters/notesMaster1.xml" Id="Rb7f7799b9ab544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efa6b2c1424896" /><Relationship Type="http://schemas.openxmlformats.org/officeDocument/2006/relationships/notesMaster" Target="/ppt/notesMasters/notesMaster1.xml" Id="Rcbcf84722f384b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99cb1b9d1847dd" /><Relationship Type="http://schemas.openxmlformats.org/officeDocument/2006/relationships/notesMaster" Target="/ppt/notesMasters/notesMaster1.xml" Id="R66b504b7324f4f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6f0a7aeec44892" /><Relationship Type="http://schemas.openxmlformats.org/officeDocument/2006/relationships/notesMaster" Target="/ppt/notesMasters/notesMaster1.xml" Id="Rc5743e6f9eeb4c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ee7a8093eb4fdc" /><Relationship Type="http://schemas.openxmlformats.org/officeDocument/2006/relationships/notesMaster" Target="/ppt/notesMasters/notesMaster1.xml" Id="R11008cd70e1d41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b7248ce118465e" /><Relationship Type="http://schemas.openxmlformats.org/officeDocument/2006/relationships/notesMaster" Target="/ppt/notesMasters/notesMaster1.xml" Id="Rac21da0bee8e43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dc7719ac8d4793" /><Relationship Type="http://schemas.openxmlformats.org/officeDocument/2006/relationships/notesMaster" Target="/ppt/notesMasters/notesMaster1.xml" Id="R4a1aa8d8443a41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62cb1328864ab6" /><Relationship Type="http://schemas.openxmlformats.org/officeDocument/2006/relationships/notesMaster" Target="/ppt/notesMasters/notesMaster1.xml" Id="R60f9fd08bdb54e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d3dbc1e9d054c86" /><Relationship Type="http://schemas.openxmlformats.org/officeDocument/2006/relationships/notesMaster" Target="/ppt/notesMasters/notesMaster1.xml" Id="R275124f7a85147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8ace1b978144c56" /><Relationship Type="http://schemas.openxmlformats.org/officeDocument/2006/relationships/notesMaster" Target="/ppt/notesMasters/notesMaster1.xml" Id="R55de1a251c4a4d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59a7c22c3744ca8" /><Relationship Type="http://schemas.openxmlformats.org/officeDocument/2006/relationships/notesMaster" Target="/ppt/notesMasters/notesMaster1.xml" Id="R669cef95e2844d7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37312ce6a87438a" /><Relationship Type="http://schemas.openxmlformats.org/officeDocument/2006/relationships/notesMaster" Target="/ppt/notesMasters/notesMaster1.xml" Id="Reb6fd2d00495476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d84d5bdcb784d91" /><Relationship Type="http://schemas.openxmlformats.org/officeDocument/2006/relationships/notesMaster" Target="/ppt/notesMasters/notesMaster1.xml" Id="Rbba334d31618423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06509e0f1d741c2" /><Relationship Type="http://schemas.openxmlformats.org/officeDocument/2006/relationships/notesMaster" Target="/ppt/notesMasters/notesMaster1.xml" Id="R6c4d96834bce45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第10页保留原版视觉底图，并将主要标题、说明、标签与框线在原位置重建为可编辑PowerPoint对象。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第11页保留原版视觉底图，并将主要标题、说明、标签与框线在原位置重建为可编辑PowerPoint对象。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第12页保留原版视觉底图，并将主要标题、说明、标签与框线在原位置重建为可编辑PowerPoint对象。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第13页保留原版视觉底图，并将主要标题、说明、标签与框线在原位置重建为可编辑PowerPoint对象。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第14页保留原版视觉底图，并将主要标题、说明、标签与框线在原位置重建为可编辑PowerPoint对象。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第15页保留原版视觉底图，并将主要标题、说明、标签与框线在原位置重建为可编辑PowerPoint对象。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第16页保留原版视觉底图，并将主要标题、说明、标签与框线在原位置重建为可编辑PowerPoint对象。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第17页保留原版视觉底图，并将主要标题、说明、标签与框线在原位置重建为可编辑PowerPoint对象。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第18页保留原版视觉底图，并将主要标题、说明、标签与框线在原位置重建为可编辑PowerPoint对象。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第19页保留原版视觉底图，并将主要标题、说明、标签与框线在原位置重建为可编辑PowerPoint对象。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第20页保留原版视觉底图，并将主要标题、说明、标签与框线在原位置重建为可编辑PowerPoint对象。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第21页保留原版视觉底图，并将主要标题、说明、标签与框线在原位置重建为可编辑PowerPoint对象。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第22页保留原版视觉底图，并将主要标题、说明、标签与框线在原位置重建为可编辑PowerPoint对象。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第23页保留原版视觉底图，并将主要标题、说明、标签与框线在原位置重建为可编辑PowerPoint对象。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71ebac0b540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9ae2f1273b44a5" /><Relationship Type="http://schemas.openxmlformats.org/officeDocument/2006/relationships/slideLayout" Target="/ppt/slideLayouts/slideLayout1.xml" Id="R39d7691f61de4f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d7691f61de4f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e7c99d4714e7e" /><Relationship Type="http://schemas.openxmlformats.org/officeDocument/2006/relationships/image" Target="/ppt/media/image.png" Id="Re589f059242e453e" /><Relationship Type="http://schemas.openxmlformats.org/officeDocument/2006/relationships/notesSlide" Target="/ppt/notesSlides/notesSlide1.xml" Id="R7d2bd08eea7540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c68d70c8b44f0" /><Relationship Type="http://schemas.openxmlformats.org/officeDocument/2006/relationships/image" Target="/ppt/media/image2.png" Id="Rbef1c29c39f74b24" /><Relationship Type="http://schemas.openxmlformats.org/officeDocument/2006/relationships/notesSlide" Target="/ppt/notesSlides/notesSlide2.xml" Id="Rfacfd185eb0740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65095c13743c8" /><Relationship Type="http://schemas.openxmlformats.org/officeDocument/2006/relationships/image" Target="/ppt/media/image3.png" Id="R264b497ac2954b01" /><Relationship Type="http://schemas.openxmlformats.org/officeDocument/2006/relationships/notesSlide" Target="/ppt/notesSlides/notesSlide3.xml" Id="Rd116172ec6fe4a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ee83019304331" /><Relationship Type="http://schemas.openxmlformats.org/officeDocument/2006/relationships/image" Target="/ppt/media/image4.png" Id="Rbb0403cb5b2e4e1e" /><Relationship Type="http://schemas.openxmlformats.org/officeDocument/2006/relationships/notesSlide" Target="/ppt/notesSlides/notesSlide4.xml" Id="R4bf7fe09912047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ccb8a0d5f4020" /><Relationship Type="http://schemas.openxmlformats.org/officeDocument/2006/relationships/image" Target="/ppt/media/image5.png" Id="R1fa7bd21bc854202" /><Relationship Type="http://schemas.openxmlformats.org/officeDocument/2006/relationships/notesSlide" Target="/ppt/notesSlides/notesSlide5.xml" Id="Rc159e2db989b43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aca1ede7c46e5" /><Relationship Type="http://schemas.openxmlformats.org/officeDocument/2006/relationships/image" Target="/ppt/media/image6.png" Id="Rb3763b0e8e274caf" /><Relationship Type="http://schemas.openxmlformats.org/officeDocument/2006/relationships/notesSlide" Target="/ppt/notesSlides/notesSlide6.xml" Id="Rab194cb5a4e645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c817f97414112" /><Relationship Type="http://schemas.openxmlformats.org/officeDocument/2006/relationships/image" Target="/ppt/media/image7.png" Id="R62a396d435c54233" /><Relationship Type="http://schemas.openxmlformats.org/officeDocument/2006/relationships/notesSlide" Target="/ppt/notesSlides/notesSlide7.xml" Id="Ra2dc4bda5ade4d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7d44377b749e2" /><Relationship Type="http://schemas.openxmlformats.org/officeDocument/2006/relationships/image" Target="/ppt/media/image8.png" Id="Rb6f2bb9808844d99" /><Relationship Type="http://schemas.openxmlformats.org/officeDocument/2006/relationships/notesSlide" Target="/ppt/notesSlides/notesSlide8.xml" Id="R8829a051a17a43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2e45e35d64c7e" /><Relationship Type="http://schemas.openxmlformats.org/officeDocument/2006/relationships/image" Target="/ppt/media/image9.png" Id="R28c4f00674c84a90" /><Relationship Type="http://schemas.openxmlformats.org/officeDocument/2006/relationships/notesSlide" Target="/ppt/notesSlides/notesSlide9.xml" Id="R64821e2b8e0d49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7ba953c2340f0" /><Relationship Type="http://schemas.openxmlformats.org/officeDocument/2006/relationships/image" Target="/ppt/media/image10.png" Id="Rcf9b48902c0e4015" /><Relationship Type="http://schemas.openxmlformats.org/officeDocument/2006/relationships/notesSlide" Target="/ppt/notesSlides/notesSlide10.xml" Id="R681f192acab74a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32654097048ef" /><Relationship Type="http://schemas.openxmlformats.org/officeDocument/2006/relationships/image" Target="/ppt/media/image11.png" Id="Re7cafe8cedd14a7d" /><Relationship Type="http://schemas.openxmlformats.org/officeDocument/2006/relationships/notesSlide" Target="/ppt/notesSlides/notesSlide11.xml" Id="R321ad5e9f43846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0c34fb1664684" /><Relationship Type="http://schemas.openxmlformats.org/officeDocument/2006/relationships/image" Target="/ppt/media/image12.png" Id="R05185d0c5b0340c6" /><Relationship Type="http://schemas.openxmlformats.org/officeDocument/2006/relationships/notesSlide" Target="/ppt/notesSlides/notesSlide12.xml" Id="R5af7dbe578974e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cbbbfff65414e" /><Relationship Type="http://schemas.openxmlformats.org/officeDocument/2006/relationships/image" Target="/ppt/media/image13.png" Id="R699324430f9a4db6" /><Relationship Type="http://schemas.openxmlformats.org/officeDocument/2006/relationships/notesSlide" Target="/ppt/notesSlides/notesSlide13.xml" Id="R3bd5f07ba73943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4930ce59e4e57" /><Relationship Type="http://schemas.openxmlformats.org/officeDocument/2006/relationships/image" Target="/ppt/media/image14.png" Id="R54894e3f9fb94f90" /><Relationship Type="http://schemas.openxmlformats.org/officeDocument/2006/relationships/notesSlide" Target="/ppt/notesSlides/notesSlide14.xml" Id="R6afdc1f47ac44a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e805930324871" /><Relationship Type="http://schemas.openxmlformats.org/officeDocument/2006/relationships/image" Target="/ppt/media/image15.png" Id="Rdc106f68b60e444e" /><Relationship Type="http://schemas.openxmlformats.org/officeDocument/2006/relationships/notesSlide" Target="/ppt/notesSlides/notesSlide15.xml" Id="R97cd5c42981249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f70c9eda74aed" /><Relationship Type="http://schemas.openxmlformats.org/officeDocument/2006/relationships/image" Target="/ppt/media/image16.png" Id="R26862a26cad04baa" /><Relationship Type="http://schemas.openxmlformats.org/officeDocument/2006/relationships/notesSlide" Target="/ppt/notesSlides/notesSlide16.xml" Id="Rc6c1c6eaa1704e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4521df98149f9" /><Relationship Type="http://schemas.openxmlformats.org/officeDocument/2006/relationships/image" Target="/ppt/media/image17.png" Id="Rc56386bf605a427d" /><Relationship Type="http://schemas.openxmlformats.org/officeDocument/2006/relationships/notesSlide" Target="/ppt/notesSlides/notesSlide17.xml" Id="Rb07af811e015476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88f23dd44441d" /><Relationship Type="http://schemas.openxmlformats.org/officeDocument/2006/relationships/image" Target="/ppt/media/image18.png" Id="Re2e67d35c0b04201" /><Relationship Type="http://schemas.openxmlformats.org/officeDocument/2006/relationships/image" Target="/ppt/media/image19.png" Id="R066b2b7cb58d448a" /><Relationship Type="http://schemas.openxmlformats.org/officeDocument/2006/relationships/image" Target="/ppt/media/image20.png" Id="Ra7cf1c9cd0dc43e5" /><Relationship Type="http://schemas.openxmlformats.org/officeDocument/2006/relationships/notesSlide" Target="/ppt/notesSlides/notesSlide18.xml" Id="R3e0e1daf89e545e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d006ec46148ff" /><Relationship Type="http://schemas.openxmlformats.org/officeDocument/2006/relationships/image" Target="/ppt/media/image21.png" Id="R8ab7ac50605f4c46" /><Relationship Type="http://schemas.openxmlformats.org/officeDocument/2006/relationships/image" Target="/ppt/media/image22.png" Id="R45eef9a244de4c96" /><Relationship Type="http://schemas.openxmlformats.org/officeDocument/2006/relationships/notesSlide" Target="/ppt/notesSlides/notesSlide19.xml" Id="R8aa2f8783cb6454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61de61a4d48b8" /><Relationship Type="http://schemas.openxmlformats.org/officeDocument/2006/relationships/image" Target="/ppt/media/image23.png" Id="R49818b0c5b174398" /><Relationship Type="http://schemas.openxmlformats.org/officeDocument/2006/relationships/image" Target="/ppt/media/image24.png" Id="Rdf15165eba4d401b" /><Relationship Type="http://schemas.openxmlformats.org/officeDocument/2006/relationships/image" Target="/ppt/media/image25.png" Id="R198210b8308d47f0" /><Relationship Type="http://schemas.openxmlformats.org/officeDocument/2006/relationships/notesSlide" Target="/ppt/notesSlides/notesSlide20.xml" Id="R8154e3fcf105470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760bfe86d4544" /><Relationship Type="http://schemas.openxmlformats.org/officeDocument/2006/relationships/image" Target="/ppt/media/image26.png" Id="R7de0cc1ca58d4e1c" /><Relationship Type="http://schemas.openxmlformats.org/officeDocument/2006/relationships/notesSlide" Target="/ppt/notesSlides/notesSlide21.xml" Id="R0a3d0a912d2b4c3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8ae874d2f471f" /><Relationship Type="http://schemas.openxmlformats.org/officeDocument/2006/relationships/image" Target="/ppt/media/image27.png" Id="R76f31fa8bb834546" /><Relationship Type="http://schemas.openxmlformats.org/officeDocument/2006/relationships/notesSlide" Target="/ppt/notesSlides/notesSlide22.xml" Id="R537ef62e57584b5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b69c206b44df7" /><Relationship Type="http://schemas.openxmlformats.org/officeDocument/2006/relationships/image" Target="/ppt/media/image28.png" Id="R2f5951b3666348ef" /><Relationship Type="http://schemas.openxmlformats.org/officeDocument/2006/relationships/notesSlide" Target="/ppt/notesSlides/notesSlide23.xml" Id="Rb9c4d1582e4749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9f059242e453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E2FA7-0E59-43A7-AFB7-BAC44B06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619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E6FF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22E6FF"/>
                </a:solidFill>
                <a:latin typeface="Noto Sans SC"/>
                <a:ea typeface="Noto Sans SC"/>
                <a:cs typeface="Noto Sans SC"/>
              </a:rPr>
              <a:t>智能井盖监测系统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B4FC4-5ABF-4B28-B585-C47C4E71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619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智能井盖监测系统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4FC31-409F-49FB-A032-608ADD99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6BFFF">
                <a:alpha val="3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03744-2814-472F-BF85-8E9A151A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E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4491C-A466-4692-9FFC-90039A4A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多传感感知  ·  Cat.1无线通信  ·  摄像联动  ·  云端闭环</a:t>
            </a:r>
          </a:p>
        </p:txBody>
      </p:sp>
    </p:spTree>
    <p:extLst>
      <p:ext uri="{BB962C8B-B14F-4D97-AF65-F5344CB8AC3E}">
        <p14:creationId xmlns:p14="http://schemas.microsoft.com/office/powerpoint/2010/main" val="21001054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1c29c39f74b2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CD5F7-7506-4CE0-8B29-B2F88E62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城市井盖管理现状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CB661-8D11-42FE-8972-D0E72D75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2390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DDE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C3DDEA"/>
                </a:solidFill>
                <a:latin typeface="Noto Sans SC"/>
                <a:ea typeface="Noto Sans SC"/>
                <a:cs typeface="Noto Sans SC"/>
              </a:rPr>
              <a:t>传统巡检发现慢，异常现场难复核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C33AF-FC8D-458D-A52A-5C7DD346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12858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A2D14">
              <a:alpha val="94000"/>
            </a:srgbClr>
          </a:solidFill>
          <a:ln xmlns:a="http://schemas.openxmlformats.org/drawingml/2006/main" w="14288">
            <a:solidFill>
              <a:srgbClr val="FFD0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CDEDF-F610-459F-A5A0-80A881EC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00300"/>
            <a:ext cx="1171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井盖移位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0CF5D-7867-42C2-BF84-3EC79806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138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C163B">
              <a:alpha val="94000"/>
            </a:srgbClr>
          </a:solidFill>
          <a:ln xmlns:a="http://schemas.openxmlformats.org/drawingml/2006/main" w="14288">
            <a:solidFill>
              <a:srgbClr val="D05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6CBA4-E5C5-4FC2-BBC1-E608DF48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03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异常倾斜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37F07-FDCE-41A2-B393-A22E0C90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38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A1420">
              <a:alpha val="94000"/>
            </a:srgbClr>
          </a:solidFill>
          <a:ln xmlns:a="http://schemas.openxmlformats.org/drawingml/2006/main" w="14288">
            <a:solidFill>
              <a:srgbClr val="FF4B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B02A0-72C5-492E-B263-C5E040A7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03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积水倒灌</a:t>
            </a:r>
          </a:p>
        </p:txBody>
      </p:sp>
    </p:spTree>
    <p:extLst>
      <p:ext uri="{BB962C8B-B14F-4D97-AF65-F5344CB8AC3E}">
        <p14:creationId xmlns:p14="http://schemas.microsoft.com/office/powerpoint/2010/main" val="20946793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b497ac2954b0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EAFB2-5F3E-4A45-9731-2CE9FA69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项目需求与目标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3F5D8-4F4D-45AA-819B-8E7B5B82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39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3DDE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C3DDEA"/>
                </a:solidFill>
                <a:latin typeface="Noto Sans SC"/>
                <a:ea typeface="Noto Sans SC"/>
                <a:cs typeface="Noto Sans SC"/>
              </a:rPr>
              <a:t>从被动巡检转向主动感知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78D8E-6330-44EC-BFEE-50E5F1EE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8E4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9E680-183A-46EF-A4AC-5D465263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状态识别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32572-3565-42C3-8D31-360D1153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8E4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9D691-F680-4931-9238-275E7253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52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无线通信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0AD81-4A94-4AC4-805F-AD033EBD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8E4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D30A9-853C-461F-9BB0-DA613058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291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位置追踪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FA314-7385-4F04-9963-B4CB6E91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8E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2FD32-D81B-4271-AA4E-BDC468EF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815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现场取证</a:t>
            </a:r>
          </a:p>
        </p:txBody>
      </p:sp>
    </p:spTree>
    <p:extLst>
      <p:ext uri="{BB962C8B-B14F-4D97-AF65-F5344CB8AC3E}">
        <p14:creationId xmlns:p14="http://schemas.microsoft.com/office/powerpoint/2010/main" val="4227697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403cb5b2e4e1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CAB44-9C23-4AFD-BBB4-F4B76FCA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总体设计思路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D9025-1BDF-430A-B8E7-0DF3F152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00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ADE7E-4004-4ECA-9C78-E79CDC37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43050"/>
            <a:ext cx="885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感知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11948-9C27-4C1F-9EBD-6B35B064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0"/>
            <a:ext cx="1000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0E393-436F-4161-9F5B-5CC6526D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781050"/>
            <a:ext cx="885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CB0F5-BE75-4F32-ADBC-338F3A5E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1000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01095-F7AD-4386-983A-DFDCBD03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85800"/>
            <a:ext cx="885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上报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21472-DC6F-43E9-BEE2-ACD0413F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1000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59A55-64C6-4A62-ADA6-0C10D91A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95425"/>
            <a:ext cx="885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联动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486B2-AAEA-43DF-B4EB-C7BE10D7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1000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39501-5BF9-4880-A01A-A36E1FC2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14800"/>
            <a:ext cx="885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处置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D64F4-F682-419A-8602-77C786B8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531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形成异常处置闭环</a:t>
            </a:r>
          </a:p>
        </p:txBody>
      </p:sp>
    </p:spTree>
    <p:extLst>
      <p:ext uri="{BB962C8B-B14F-4D97-AF65-F5344CB8AC3E}">
        <p14:creationId xmlns:p14="http://schemas.microsoft.com/office/powerpoint/2010/main" val="1128142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7bd21bc85420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1FB3B-38D1-4061-8CBE-FF1387A5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系统总体架构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D0A4D-5306-4D8A-B58C-6F003699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设备层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F93E3-10A6-4784-A65E-6F641C22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3DDE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3DDEA"/>
                </a:solidFill>
                <a:latin typeface="Noto Sans SC"/>
                <a:ea typeface="Noto Sans SC"/>
                <a:cs typeface="Noto Sans SC"/>
              </a:rPr>
              <a:t>传感采集与边缘判断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8849E-C1CD-4866-9A50-39E383BA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00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通信层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6FC12-B641-46B9-AC33-3E536B34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81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3DDE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3DDEA"/>
                </a:solidFill>
                <a:latin typeface="Noto Sans SC"/>
                <a:ea typeface="Noto Sans SC"/>
                <a:cs typeface="Noto Sans SC"/>
              </a:rPr>
              <a:t>Cat.1 / HTTPS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42F4D-0344-407E-BD91-EBCFD666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00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云端层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A9C54-3129-4C0B-95B4-BBEBD16B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81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3DDE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3DDEA"/>
                </a:solidFill>
                <a:latin typeface="Noto Sans SC"/>
                <a:ea typeface="Noto Sans SC"/>
                <a:cs typeface="Noto Sans SC"/>
              </a:rPr>
              <a:t>CloudBase存储与接口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549B2-BF76-4A6E-871A-9C199992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00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应用层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62A8C-A14D-46E9-84B2-F0ADFB7A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381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3DDE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C3DDEA"/>
                </a:solidFill>
                <a:latin typeface="Noto Sans SC"/>
                <a:ea typeface="Noto Sans SC"/>
                <a:cs typeface="Noto Sans SC"/>
              </a:rPr>
              <a:t>公网监控与告警处置</a:t>
            </a:r>
          </a:p>
        </p:txBody>
      </p:sp>
    </p:spTree>
    <p:extLst>
      <p:ext uri="{BB962C8B-B14F-4D97-AF65-F5344CB8AC3E}">
        <p14:creationId xmlns:p14="http://schemas.microsoft.com/office/powerpoint/2010/main" val="2394340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63b0e8e274ca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C1A17-32E0-4EC3-B985-F93F4711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硬件模块组成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CE052-2CFF-4EED-8D2D-BB42483D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38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US-100 水位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2DC85-8637-4686-BAED-F2975263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762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ESP32-S3 主控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78BF3-4980-43D8-A083-60DF056C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9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MPU6050 姿态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2ADD3-D21A-4812-B2BF-5A4BD512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09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ESP32-S3-CAM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272FE-954F-4F7A-8863-4E28E70C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双霍尔在位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C288D-B528-430F-9705-5C3B70D3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048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声光报警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837E4-071D-4D84-A246-D11E1C7F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Cat.1 / GPS通信</a:t>
            </a:r>
          </a:p>
        </p:txBody>
      </p:sp>
    </p:spTree>
    <p:extLst>
      <p:ext uri="{BB962C8B-B14F-4D97-AF65-F5344CB8AC3E}">
        <p14:creationId xmlns:p14="http://schemas.microsoft.com/office/powerpoint/2010/main" val="16304286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396d435c5423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426BF-41D9-431F-8BB5-658EE333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实物原型与安装布局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52612-BE39-46A4-AD16-0D38CEF5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4953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8E4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389FF-812F-47B9-B135-959112E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483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井盖正面：4G、GPS、双蜂鸣器及指示灯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BB995-6176-4AA6-B482-27DB8B1E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4095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42E3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47C51-92BE-45FF-A7FA-B96F1BC7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05175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井盖背面：主控、姿态、水位与电池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6B28B-22C0-49E9-BE19-6A04338E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42950"/>
            <a:ext cx="3333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8E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DC6C5-C042-4153-A250-0215D8CA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762000"/>
            <a:ext cx="321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衔接处：双霍尔检测井盖离位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AC4F8-A6D0-46E8-A081-41600EE0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3238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8E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0CBAB-E971-4C5D-AB93-65815DA6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9245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可充放电，脱离电脑独立运行</a:t>
            </a:r>
          </a:p>
        </p:txBody>
      </p:sp>
    </p:spTree>
    <p:extLst>
      <p:ext uri="{BB962C8B-B14F-4D97-AF65-F5344CB8AC3E}">
        <p14:creationId xmlns:p14="http://schemas.microsoft.com/office/powerpoint/2010/main" val="2376698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2bb9808844d9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E5EF1-D9D8-425F-B371-D545ADCB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多传感器协同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3CC27-6550-478C-901B-FBB1DD44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76375"/>
            <a:ext cx="2571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FFD0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2D418-E3C4-443D-AB65-93E1EEDC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4954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姿态角判断井盖倾斜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1966F-AD83-4649-BAF0-F4A57C95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2571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2803E-A660-49D8-88C9-33839836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03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超声波测量水面净空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A680D-A95B-4444-8DC3-1823BA22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86125"/>
            <a:ext cx="2571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42E3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B0834-012F-46E5-8363-414C6B38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0517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双霍尔确认井盖在位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FADA3-6561-4906-AAE8-9B46694A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33875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8E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466E2-AA8E-4F62-8AD5-3054B482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35292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多源信息共同降低误报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930DD-239C-4E15-944B-3B05CF72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0"/>
            <a:ext cx="1143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A3025">
              <a:alpha val="94000"/>
            </a:srgbClr>
          </a:solidFill>
          <a:ln xmlns:a="http://schemas.openxmlformats.org/drawingml/2006/main" w="14288">
            <a:solidFill>
              <a:srgbClr val="42E3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0CAE5-0BE9-4C25-9FCA-2FF2AFCB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7335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2E39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42E39B"/>
                </a:solidFill>
                <a:latin typeface="Noto Sans SC"/>
                <a:ea typeface="Noto Sans SC"/>
                <a:cs typeface="Noto Sans SC"/>
              </a:rPr>
              <a:t>正常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D916B-7A2D-4B12-9CA6-263218E6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14625"/>
            <a:ext cx="1143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02810">
              <a:alpha val="94000"/>
            </a:srgbClr>
          </a:solidFill>
          <a:ln xmlns:a="http://schemas.openxmlformats.org/drawingml/2006/main" w="14288">
            <a:solidFill>
              <a:srgbClr val="FFD0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3AF9C-2C70-4EB2-AE4E-D162898F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3367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05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D05A"/>
                </a:solidFill>
                <a:latin typeface="Noto Sans SC"/>
                <a:ea typeface="Noto Sans SC"/>
                <a:cs typeface="Noto Sans SC"/>
              </a:rPr>
              <a:t>预警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30D66-9A5A-42CA-95CE-7DEEDDF3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62375"/>
            <a:ext cx="1143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5121D">
              <a:alpha val="94000"/>
            </a:srgbClr>
          </a:solidFill>
          <a:ln xmlns:a="http://schemas.openxmlformats.org/drawingml/2006/main" w="14288">
            <a:solidFill>
              <a:srgbClr val="FF4B6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FB6A0-2A85-4C42-ADDF-2BB3F965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78142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4B6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4B67"/>
                </a:solidFill>
                <a:latin typeface="Noto Sans SC"/>
                <a:ea typeface="Noto Sans SC"/>
                <a:cs typeface="Noto Sans SC"/>
              </a:rPr>
              <a:t>报警</a:t>
            </a:r>
          </a:p>
        </p:txBody>
      </p:sp>
    </p:spTree>
    <p:extLst>
      <p:ext uri="{BB962C8B-B14F-4D97-AF65-F5344CB8AC3E}">
        <p14:creationId xmlns:p14="http://schemas.microsoft.com/office/powerpoint/2010/main" val="1787670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4f00674c84a9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6B4A8-87A2-49F8-923C-70BFD41F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倾斜异常判定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41E43-8E39-4F69-A15E-988B4093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3DDE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C3DDEA"/>
                </a:solidFill>
                <a:latin typeface="Noto Sans SC"/>
                <a:ea typeface="Noto Sans SC"/>
                <a:cs typeface="Noto Sans SC"/>
              </a:rPr>
              <a:t>过滤车辆震动与瞬时扰动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18A26-BBF8-4E3E-BFC7-B615D611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382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危险角度连续保持10秒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9EDAA-EBBA-4AF0-9474-A26DC323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确认后启动声光报警与远程上报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DD032-70D3-4CAF-9A80-9CB0F0D5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76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4B6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4B67"/>
                </a:solidFill>
                <a:latin typeface="Noto Sans SC"/>
                <a:ea typeface="Noto Sans SC"/>
                <a:cs typeface="Noto Sans SC"/>
              </a:rPr>
              <a:t>10秒</a:t>
            </a:r>
          </a:p>
        </p:txBody>
      </p:sp>
    </p:spTree>
    <p:extLst>
      <p:ext uri="{BB962C8B-B14F-4D97-AF65-F5344CB8AC3E}">
        <p14:creationId xmlns:p14="http://schemas.microsoft.com/office/powerpoint/2010/main" val="8981292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b48902c0e401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4F2EB-8C82-4632-9A04-3D04B7E9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井盖离位与自动恢复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C43D3-4995-4B67-AB43-E23E5C38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双霍尔离开磁体10秒后确认离位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AE068-CD72-4FAC-A4F2-B305A2BC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04925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4B6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4B67"/>
                </a:solidFill>
                <a:latin typeface="Noto Sans SC"/>
                <a:ea typeface="Noto Sans SC"/>
                <a:cs typeface="Noto Sans SC"/>
              </a:rPr>
              <a:t>离位确认 10秒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3A93E-80CE-4D3D-817A-EAC59DFF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76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E4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8E4FF"/>
                </a:solidFill>
                <a:latin typeface="Noto Sans SC"/>
                <a:ea typeface="Noto Sans SC"/>
                <a:cs typeface="Noto Sans SC"/>
              </a:rPr>
              <a:t>恢复正常位置并稳定 20秒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7CEDD-7D74-4587-A151-A94914AF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9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系统自动解除报警，回到安全状态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8B2DA-24EE-45F5-8963-BDB96DD8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3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E4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8E4FF"/>
                </a:solidFill>
                <a:latin typeface="Noto Sans SC"/>
                <a:ea typeface="Noto Sans SC"/>
                <a:cs typeface="Noto Sans SC"/>
              </a:rPr>
              <a:t>稳定恢复 20秒</a:t>
            </a:r>
          </a:p>
        </p:txBody>
      </p:sp>
    </p:spTree>
    <p:extLst>
      <p:ext uri="{BB962C8B-B14F-4D97-AF65-F5344CB8AC3E}">
        <p14:creationId xmlns:p14="http://schemas.microsoft.com/office/powerpoint/2010/main" val="9306654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afe8cedd14a7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C8B8A-345E-4787-80BD-C5C7BD1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水位风险分级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B5C69-1B41-4AAB-9677-692A083F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19250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622">
              <a:alpha val="94000"/>
            </a:srgbClr>
          </a:solidFill>
          <a:ln xmlns:a="http://schemas.openxmlformats.org/drawingml/2006/main" w="14288">
            <a:solidFill>
              <a:srgbClr val="42E39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CA278-34D2-42ED-AC19-40606604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3830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E39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2E39B"/>
                </a:solidFill>
                <a:latin typeface="Noto Sans SC"/>
                <a:ea typeface="Noto Sans SC"/>
                <a:cs typeface="Noto Sans SC"/>
              </a:rPr>
              <a:t>&gt;30 cm   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A1E90-E494-451E-A27D-6AAC4A96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28875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622">
              <a:alpha val="94000"/>
            </a:srgbClr>
          </a:solidFill>
          <a:ln xmlns:a="http://schemas.openxmlformats.org/drawingml/2006/main" w="14288">
            <a:solidFill>
              <a:srgbClr val="F7FC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98F6B-6378-4244-B26E-29EE6150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447925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20—30 cm   低级提示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74689-1AA2-4C46-976C-EF079D9B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38500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622">
              <a:alpha val="94000"/>
            </a:srgbClr>
          </a:solidFill>
          <a:ln xmlns:a="http://schemas.openxmlformats.org/drawingml/2006/main" w="14288">
            <a:solidFill>
              <a:srgbClr val="D05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2FB48-0F5F-4AFE-A738-6DA568FA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25755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05C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D05CFF"/>
                </a:solidFill>
                <a:latin typeface="Noto Sans SC"/>
                <a:ea typeface="Noto Sans SC"/>
                <a:cs typeface="Noto Sans SC"/>
              </a:rPr>
              <a:t>10—20 cm   中级报警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39B45-0414-4D02-821C-5841C090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48125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622">
              <a:alpha val="94000"/>
            </a:srgbClr>
          </a:solidFill>
          <a:ln xmlns:a="http://schemas.openxmlformats.org/drawingml/2006/main" w="14288">
            <a:solidFill>
              <a:srgbClr val="FF4B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C8225-1F6F-4A83-84F9-7D07BC98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67175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B6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4B67"/>
                </a:solidFill>
                <a:latin typeface="Noto Sans SC"/>
                <a:ea typeface="Noto Sans SC"/>
                <a:cs typeface="Noto Sans SC"/>
              </a:rPr>
              <a:t>&lt;10 cm   最紧急报警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4EF18-B2E4-476D-AF6B-F75A3282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276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A2B26">
              <a:alpha val="94000"/>
            </a:srgbClr>
          </a:solidFill>
          <a:ln xmlns:a="http://schemas.openxmlformats.org/drawingml/2006/main" w="14288">
            <a:solidFill>
              <a:srgbClr val="42E3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BF647-A61C-437D-8D83-E29CE2A5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水面净空（传感器至水面距离）</a:t>
            </a:r>
          </a:p>
        </p:txBody>
      </p:sp>
    </p:spTree>
    <p:extLst>
      <p:ext uri="{BB962C8B-B14F-4D97-AF65-F5344CB8AC3E}">
        <p14:creationId xmlns:p14="http://schemas.microsoft.com/office/powerpoint/2010/main" val="5695465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85d0c5b0340c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8ABE3-1841-4C15-85BB-5426CF24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本地声光报警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FD971-4AD3-4721-902A-5864E411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2E39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42E39B"/>
                </a:solidFill>
                <a:latin typeface="Noto Sans SC"/>
                <a:ea typeface="Noto Sans SC"/>
                <a:cs typeface="Noto Sans SC"/>
              </a:rPr>
              <a:t>安全：停止报警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F434B-1CCC-4CAB-BE56-B27CDCA7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D05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D05A"/>
                </a:solidFill>
                <a:latin typeface="Noto Sans SC"/>
                <a:ea typeface="Noto Sans SC"/>
                <a:cs typeface="Noto Sans SC"/>
              </a:rPr>
              <a:t>低级：低频提示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69000-9BDF-4436-A598-E2902578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15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05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D05CFF"/>
                </a:solidFill>
                <a:latin typeface="Noto Sans SC"/>
                <a:ea typeface="Noto Sans SC"/>
                <a:cs typeface="Noto Sans SC"/>
              </a:rPr>
              <a:t>中级：增强提醒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9CD2E-A96A-48E8-AABD-8D1B2A93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715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4B67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4B67"/>
                </a:solidFill>
                <a:latin typeface="Noto Sans SC"/>
                <a:ea typeface="Noto Sans SC"/>
                <a:cs typeface="Noto Sans SC"/>
              </a:rPr>
              <a:t>紧急：持续高优先级报警</a:t>
            </a:r>
          </a:p>
        </p:txBody>
      </p:sp>
    </p:spTree>
    <p:extLst>
      <p:ext uri="{BB962C8B-B14F-4D97-AF65-F5344CB8AC3E}">
        <p14:creationId xmlns:p14="http://schemas.microsoft.com/office/powerpoint/2010/main" val="5438139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324430f9a4db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20024-A791-490E-B342-9E7A9462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Cat.1无线通信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EB698-A1D2-4F2B-9212-89FCC0A3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SIM卡接入4G网络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BC977-4E35-45E9-AA78-9A51EEE6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M100PG承担公网数据链路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F9A65-F816-4F94-B205-23800AA7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43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无需依赖现场Wi-Fi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5DC84-F211-46BB-959C-C3236FCF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956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适合分散部署的市政设施</a:t>
            </a:r>
          </a:p>
        </p:txBody>
      </p:sp>
    </p:spTree>
    <p:extLst>
      <p:ext uri="{BB962C8B-B14F-4D97-AF65-F5344CB8AC3E}">
        <p14:creationId xmlns:p14="http://schemas.microsoft.com/office/powerpoint/2010/main" val="91836554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94e3f9fb94f9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B6A98-A45C-4284-9C69-E1524661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GPS与LBS兼容定位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5456B-6D6E-4A30-9795-23CCAC36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000125"/>
            <a:ext cx="3714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8E4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4D685-E828-48BB-92E2-A6BE625C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0191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GPS：卫星条件良好时提供精确坐标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2D70E-1D64-47EF-A704-3CC144F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714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D05C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C6695-0F33-4493-B536-77DA2E5B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47800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LBS：无卫星环境下提供基站定位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D4A1B-CFC3-4D47-92D9-DF40FE3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8E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CE9E0-6C11-4832-B18B-12C592A8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765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网页根据定位报文自动切换显示</a:t>
            </a:r>
          </a:p>
        </p:txBody>
      </p:sp>
    </p:spTree>
    <p:extLst>
      <p:ext uri="{BB962C8B-B14F-4D97-AF65-F5344CB8AC3E}">
        <p14:creationId xmlns:p14="http://schemas.microsoft.com/office/powerpoint/2010/main" val="82309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06f68b60e444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4E5E6-3757-4828-B271-2B40E52C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20秒周期遥测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7F5EC-25F5-4174-BFB2-74AA4D33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95375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934DD-F64B-40F7-9C22-E1FF3333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1144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设备编号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7A33D-5794-49DB-A009-3F0CF40E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24025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299A7-B83B-41D3-AC0C-E97FA7B7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74307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姿态角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3C607-4D25-4345-80F6-68FA2C35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52675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FEB72-87B5-4FD5-B426-8E11F6D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3717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水面净空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11588-E5DD-4A05-8D03-5FBA488F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81325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EAC30-C647-4C89-BE7F-173499FD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霍尔状态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7F66E-2672-4332-9C45-07687E56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09975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08D72-C1A6-4A0B-A7F7-C2DE0FAF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290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定位模式与坐标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46163-6D25-459B-81CE-5C477D8D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38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8E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481C8-85B2-4D08-B731-8BAE4E74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25730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统一报文按周期上报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E10C2-2403-44CA-AFE0-5118D668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61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E4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8E4FF"/>
                </a:solidFill>
                <a:latin typeface="Noto Sans SC"/>
                <a:ea typeface="Noto Sans SC"/>
                <a:cs typeface="Noto Sans SC"/>
              </a:rPr>
              <a:t>20秒</a:t>
            </a:r>
          </a:p>
        </p:txBody>
      </p:sp>
    </p:spTree>
    <p:extLst>
      <p:ext uri="{BB962C8B-B14F-4D97-AF65-F5344CB8AC3E}">
        <p14:creationId xmlns:p14="http://schemas.microsoft.com/office/powerpoint/2010/main" val="72855378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62a26cad04ba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FA50C-C426-4818-9841-FC523427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险情触发摄像联动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63DC5-4A71-48B3-9C26-A06C439D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85875"/>
            <a:ext cx="2762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FF4B6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99DB9-3431-46D2-9FB5-5597A278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倾斜持续10秒确认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0516F-96C9-4178-96B6-AA5359AB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FF4B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0381F-C2D0-4760-843D-1FAE8EDA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或井盖离位持续10秒确认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6D0E5-17A2-4DF8-A4F5-D8224426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8E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8D1F9-805D-4111-83C8-558AC122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自动触发ESP32-S3-CAM连拍5张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B625E-A084-4649-A593-ACF71C2E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91125"/>
            <a:ext cx="3524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03D9F-8BCC-4041-BCD9-583DC864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10175"/>
            <a:ext cx="3409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网页手动拍1张 / 3张 / 5张</a:t>
            </a:r>
          </a:p>
        </p:txBody>
      </p:sp>
    </p:spTree>
    <p:extLst>
      <p:ext uri="{BB962C8B-B14F-4D97-AF65-F5344CB8AC3E}">
        <p14:creationId xmlns:p14="http://schemas.microsoft.com/office/powerpoint/2010/main" val="90880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386bf605a427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70917-526C-4088-85FB-B16F727B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图片上传与私有存储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BB1CC-87C9-4156-ABB5-83B85541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创建批次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81324-BC56-4839-A6CE-230C76E9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333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上传JPEG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DBBAB-77F5-4025-8928-FEF53098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333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完成批次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2E6EE-D6E7-49ED-AF81-40D61E48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333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CloudBase私有存储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83E83-7095-48EA-9141-43761DED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33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登录后受控查看</a:t>
            </a:r>
          </a:p>
        </p:txBody>
      </p:sp>
    </p:spTree>
    <p:extLst>
      <p:ext uri="{BB962C8B-B14F-4D97-AF65-F5344CB8AC3E}">
        <p14:creationId xmlns:p14="http://schemas.microsoft.com/office/powerpoint/2010/main" val="88354492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67d35c0b0420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568C3-18D5-4820-84B6-B450FF43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公网监控工作台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b2b7cb58d44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42775" y="1239617"/>
            <a:ext cx="6234545" cy="4958469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f1c9cd0dc43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7321" y="2114641"/>
            <a:ext cx="3456344" cy="408344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85AAC-1442-493B-A8FE-14447476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905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设备状态、位置、告警与照片统一呈现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E9034-186C-4024-A8AA-DEFA48A6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0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支持不同设备通过公网访问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E1D21-1A4F-45DB-B1DD-BCA0F879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数据持续刷新，异常一目了然</a:t>
            </a:r>
          </a:p>
        </p:txBody>
      </p:sp>
    </p:spTree>
    <p:extLst>
      <p:ext uri="{BB962C8B-B14F-4D97-AF65-F5344CB8AC3E}">
        <p14:creationId xmlns:p14="http://schemas.microsoft.com/office/powerpoint/2010/main" val="174223965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7ac50605f4c4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CD1A4-AD96-47EA-AF78-D927B684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地图风险可视化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f9a244de4c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9177" y="1057321"/>
            <a:ext cx="9683598" cy="548348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80084-E9A4-4485-9AD3-1F1FA795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095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正常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4941C-D41E-4C19-AF90-FAF4646B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3622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E4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E4FF"/>
                </a:solidFill>
                <a:latin typeface="Noto Sans SC"/>
                <a:ea typeface="Noto Sans SC"/>
                <a:cs typeface="Noto Sans SC"/>
              </a:rPr>
              <a:t>蓝色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C031C-E148-4155-8757-34AC342A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028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低级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18881-90F0-42A3-89BA-960641BC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2956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05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D05A"/>
                </a:solidFill>
                <a:latin typeface="Noto Sans SC"/>
                <a:ea typeface="Noto Sans SC"/>
                <a:cs typeface="Noto Sans SC"/>
              </a:rPr>
              <a:t>黄色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ED526-DDED-4B45-BF59-D2EF48ED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9338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中级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20764-00E9-466B-8EAA-2C041830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005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05C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D05CFF"/>
                </a:solidFill>
                <a:latin typeface="Noto Sans SC"/>
                <a:ea typeface="Noto Sans SC"/>
                <a:cs typeface="Noto Sans SC"/>
              </a:rPr>
              <a:t>紫色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9D1C3-D2AC-4CE8-86BF-5B8F28EB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857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最紧急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C2074-3BA0-4970-BBA3-7A4C022D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24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4B6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4B67"/>
                </a:solidFill>
                <a:latin typeface="Noto Sans SC"/>
                <a:ea typeface="Noto Sans SC"/>
                <a:cs typeface="Noto Sans SC"/>
              </a:rPr>
              <a:t>红色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7E557-432B-48DD-AF31-75987D9F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191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定位点随最新报文更新</a:t>
            </a:r>
          </a:p>
        </p:txBody>
      </p:sp>
    </p:spTree>
    <p:extLst>
      <p:ext uri="{BB962C8B-B14F-4D97-AF65-F5344CB8AC3E}">
        <p14:creationId xmlns:p14="http://schemas.microsoft.com/office/powerpoint/2010/main" val="125112171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18b0c5b17439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183CA-BC32-4266-9A15-BBE8ADBC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E40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071E40"/>
                </a:solidFill>
                <a:latin typeface="Noto Sans SC"/>
                <a:ea typeface="Noto Sans SC"/>
                <a:cs typeface="Noto Sans SC"/>
              </a:rPr>
              <a:t>历史记录与事件时间线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5165eba4d40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048" y="1239617"/>
            <a:ext cx="5614737" cy="5301187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210b8308d47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4976" y="1385455"/>
            <a:ext cx="5213684" cy="49949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20F47-72DA-4E20-ACEF-C8612EDA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66775"/>
            <a:ext cx="128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遥测记录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B6D19-84FB-42D1-92E1-592A67B1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923925"/>
            <a:ext cx="147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告警事件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D3019-9F59-4AE8-AA21-0BF31123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92392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现场照片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37BC2-129A-4076-9E3A-B97F05C3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6372225"/>
            <a:ext cx="17621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964C4"/>
          </a:solidFill>
          <a:ln xmlns:a="http://schemas.openxmlformats.org/drawingml/2006/main" w="9525">
            <a:solidFill>
              <a:srgbClr val="2DB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E2C28-0FB1-451D-A6CA-A9D00AC5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381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全过程可追溯</a:t>
            </a:r>
          </a:p>
        </p:txBody>
      </p:sp>
    </p:spTree>
    <p:extLst>
      <p:ext uri="{BB962C8B-B14F-4D97-AF65-F5344CB8AC3E}">
        <p14:creationId xmlns:p14="http://schemas.microsoft.com/office/powerpoint/2010/main" val="60425601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0cc1ca58d4e1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9D5DE-B361-46AE-A49F-327A27E6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145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AI辅助调度路线图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503DE-B777-4E58-86D8-D21D855F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14375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92C10">
              <a:alpha val="94000"/>
            </a:srgbClr>
          </a:solidFill>
          <a:ln xmlns:a="http://schemas.openxmlformats.org/drawingml/2006/main" w="14288">
            <a:solidFill>
              <a:srgbClr val="FFD0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C791F-6BCD-4543-A6B4-A99D9158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3342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D05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D05A"/>
                </a:solidFill>
                <a:latin typeface="Noto Sans SC"/>
                <a:ea typeface="Noto Sans SC"/>
                <a:cs typeface="Noto Sans SC"/>
              </a:rPr>
              <a:t>规划功能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1455E-6EF0-4101-9F72-03BA1581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14375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42559-E36B-4AFB-98DE-A09316C1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7334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识别空闲与在场人员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B06F1-A75C-48E0-AC83-9FE0E563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14375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436F8-6034-4559-A072-2A06B809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7334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结合距离和当前工作量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40106-F929-49DF-A0F1-80F3F337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14375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741F2-C167-4191-AA1E-757BB445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334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推荐合适的检修人员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CAC51-326B-4AF9-A148-72DD00A2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14375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B561A-5FF3-4BF1-819C-96FBB9A1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7334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由管理人员确认后派单</a:t>
            </a:r>
          </a:p>
        </p:txBody>
      </p:sp>
    </p:spTree>
    <p:extLst>
      <p:ext uri="{BB962C8B-B14F-4D97-AF65-F5344CB8AC3E}">
        <p14:creationId xmlns:p14="http://schemas.microsoft.com/office/powerpoint/2010/main" val="166711273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31fa8bb834546"/>
          <a:srcRect xmlns:a="http://schemas.openxmlformats.org/drawingml/2006/main" l="56" t="0" r="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1C6C1-2B5C-4FAC-AE1A-C38A2B10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创新点与应用价值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F095F-C3C8-4E3F-9249-A206E3E4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333500"/>
            <a:ext cx="2571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8E4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B5B68-3704-4698-8D7D-485EB566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352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多传感融合降低误报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942AB-5914-41C3-BD3A-841BFE5B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33500"/>
            <a:ext cx="2571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8E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B3843-53FA-42FA-BBF9-E1CC5303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352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Cat.1实现独立无线部署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FC0D7-9515-4575-8AE3-E00C74A4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38500"/>
            <a:ext cx="2762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86ABF-A129-4D21-9742-4060E30B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575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摄像联动形成现场证据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C1CA0-7CA7-4E24-A054-42CDD0B8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38500"/>
            <a:ext cx="2762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1B30">
              <a:alpha val="94000"/>
            </a:srgbClr>
          </a:solidFill>
          <a:ln xmlns:a="http://schemas.openxmlformats.org/drawingml/2006/main" w="14288">
            <a:solidFill>
              <a:srgbClr val="319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6A8B-7BC1-4A52-84CE-15AC2A3A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575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边缘判断减少无效上报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7A2A1-DEA1-4F2C-877C-173A47D8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适用于市政道路、园区与校园</a:t>
            </a:r>
          </a:p>
        </p:txBody>
      </p:sp>
    </p:spTree>
    <p:extLst>
      <p:ext uri="{BB962C8B-B14F-4D97-AF65-F5344CB8AC3E}">
        <p14:creationId xmlns:p14="http://schemas.microsoft.com/office/powerpoint/2010/main" val="146246403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951b3666348e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46F57-A683-40C1-BA98-6C0157BB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0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让每一次异常都被及时发现、准确定位、完整记录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22FD9-5DFF-4BF8-8FA6-FEB393A0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8102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F7FCF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0">
                <a:solidFill>
                  <a:srgbClr val="F7FCFF"/>
                </a:solidFill>
                <a:latin typeface="Noto Sans SC"/>
                <a:ea typeface="Noto Sans SC"/>
                <a:cs typeface="Noto Sans SC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800211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2026-09-24T17:44:27.5410000Z</dcterms:created>
  <dcterms:modified xsi:type="dcterms:W3CDTF">2026-09-24T17:44:27.5410000Z</dcterms:modified>
</coreProperties>
</file>