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2E045DBF-AF50-4B4A-98EB-281AE0F7419F}" type="slidenum">
              <a:rPr lang="en-US" sz="1600">
                <a:latin typeface="Arial"/>
                <a:solidFill>
                  <a:srgbClr val="FFFFFF"/>
                </a:solidFill>
              </a:r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0784F4CE-7003-4F43-B718-EAA926FC1CF4}" type="slidenum">
              <a:rPr lang="en-US" sz="1600">
                <a:latin typeface="Arial"/>
                <a:solidFill>
                  <a:srgbClr val="FFFFFF"/>
                </a:solidFill>
              </a:r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2388F091-C39A-4B7A-B6EE-44BA63F450BF}" type="slidenum">
              <a:rPr lang="en-US" sz="1600">
                <a:latin typeface="Arial"/>
                <a:solidFill>
                  <a:srgbClr val="FFFFFF"/>
                </a:solidFill>
              </a:r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0D6C6FF8-2DF8-49C0-B012-6A45F01BEB03}" type="slidenum">
              <a:rPr lang="en-US" sz="1600">
                <a:latin typeface="Arial"/>
                <a:solidFill>
                  <a:srgbClr val="FFFFFF"/>
                </a:solidFill>
              </a:r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A5393673-98F9-492A-AA9C-7010EAA34A69}" type="slidenum">
              <a:rPr lang="en-US" sz="1600">
                <a:latin typeface="Arial"/>
                <a:solidFill>
                  <a:srgbClr val="FFFFFF"/>
                </a:solidFill>
              </a:r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2AB254CA-DEF3-4084-99FD-D4785F7EDC19}" type="slidenum">
              <a:rPr lang="en-US" sz="1600">
                <a:latin typeface="Arial"/>
                <a:solidFill>
                  <a:srgbClr val="FFFFFF"/>
                </a:solidFill>
              </a:r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5B20E567-71A3-4706-AC09-01D975E506E9}" type="slidenum">
              <a:rPr lang="en-US" sz="1600">
                <a:latin typeface="Arial"/>
                <a:solidFill>
                  <a:srgbClr val="FFFFFF"/>
                </a:solidFill>
              </a:r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1EEFA6A4-EC61-4DE1-A34D-D5AEF7BA146D}" type="slidenum">
              <a:rPr lang="en-US" sz="1600">
                <a:latin typeface="Arial"/>
                <a:solidFill>
                  <a:srgbClr val="FFFFFF"/>
                </a:solidFill>
              </a:r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49167E61-6EF6-43A0-859E-01AD07156C7D}" type="slidenum">
              <a:rPr lang="en-US" sz="1600">
                <a:latin typeface="Arial"/>
                <a:solidFill>
                  <a:srgbClr val="FFFFFF"/>
                </a:solidFill>
              </a:r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F138CDA7-BB15-427E-B3AA-77DC8046C50A}" type="slidenum">
              <a:rPr lang="en-US" sz="1600">
                <a:latin typeface="Arial"/>
                <a:solidFill>
                  <a:srgbClr val="FFFFFF"/>
                </a:solidFill>
              </a:r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4444FD84-C409-4A17-B383-DB106A0B3AF5}" type="slidenum">
              <a:rPr lang="en-US" sz="1600">
                <a:latin typeface="Arial"/>
                <a:solidFill>
                  <a:srgbClr val="FFFFFF"/>
                </a:solidFill>
              </a:r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B98771E4-CE6F-479B-ADB6-C1C651B2A2F2}" type="slidenum">
              <a:rPr lang="en-US" sz="1600">
                <a:latin typeface="Arial"/>
                <a:solidFill>
                  <a:srgbClr val="FFFFFF"/>
                </a:solidFill>
              </a:r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EE1E4730-F68E-4210-BB57-93EE490B380A}" type="slidenum">
              <a:rPr lang="en-US" sz="1600">
                <a:latin typeface="Arial"/>
                <a:solidFill>
                  <a:srgbClr val="FFFFFF"/>
                </a:solidFill>
              </a:r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7CA75648-267C-41CD-867C-69D72F661968}" type="slidenum">
              <a:rPr lang="en-US" sz="1600">
                <a:latin typeface="Arial"/>
                <a:solidFill>
                  <a:srgbClr val="FFFFFF"/>
                </a:solidFill>
              </a:r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8942C240-39EE-4ED8-94CA-78EDEFDF282F}" type="slidenum">
              <a:rPr lang="en-US" sz="1600">
                <a:latin typeface="Arial"/>
                <a:solidFill>
                  <a:srgbClr val="FFFFFF"/>
                </a:solidFill>
              </a:r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049D19A9-A500-4A56-8782-51EAD6D064AB}" type="slidenum">
              <a:rPr lang="en-US" sz="1600">
                <a:latin typeface="Arial"/>
                <a:solidFill>
                  <a:srgbClr val="FFFFFF"/>
                </a:solidFill>
              </a:r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62CC76CF-ED2D-403A-97E2-0979F4AF74AE}" type="slidenum">
              <a:rPr lang="en-US" sz="1600">
                <a:latin typeface="Arial"/>
                <a:solidFill>
                  <a:srgbClr val="FFFFFF"/>
                </a:solidFill>
              </a:r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064D79ED-8207-4334-83B6-45102F11C9D1}" type="slidenum">
              <a:rPr lang="en-US" sz="1600">
                <a:latin typeface="Arial"/>
                <a:solidFill>
                  <a:srgbClr val="FFFFFF"/>
                </a:solidFill>
              </a:r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EF001736-98C1-45C6-A9FF-6C55CA684559}" type="slidenum">
              <a:rPr lang="en-US" sz="1600">
                <a:latin typeface="Arial"/>
                <a:solidFill>
                  <a:srgbClr val="000000"/>
                </a:solidFill>
              </a:r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0BDBA878-0D5E-4590-9CBC-8F281E029FD1}" type="slidenum">
              <a:rPr lang="en-US" sz="1600">
                <a:latin typeface="Arial"/>
                <a:solidFill>
                  <a:srgbClr val="FFFFFF"/>
                </a:solidFill>
              </a:r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B99F13EE-2856-4097-873E-71D99FEAC88C}" type="slidenum">
              <a:rPr lang="en-US" sz="1600">
                <a:latin typeface="Arial"/>
                <a:solidFill>
                  <a:srgbClr val="FFFFFF"/>
                </a:solidFill>
              </a:r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image-deck-native-slide-number"/>
          <p:cNvSpPr>
            <a:spLocks noGrp="1"/>
          </p:cNvSpPr>
          <p:nvPr>
            <p:ph type="sldNum" sz="quarter" idx="12"/>
          </p:nvPr>
        </p:nvSpPr>
        <p:spPr>
          <a:xfrm>
            <a:off x="11277599" y="6291072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fld id="{011B242C-85E1-437C-8FC1-937DB1EB1B1F}" type="slidenum">
              <a:rPr lang="en-US" sz="1600">
                <a:latin typeface="Arial"/>
                <a:solidFill>
                  <a:srgbClr val="FFFFFF"/>
                </a:solidFill>
              </a:rPr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